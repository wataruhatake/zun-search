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製造ラインの画像認識研究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YOLOを使った部品の欠陥検出を実装した。</a:t>
            </a:r>
          </a:p>
          <a:p>
            <a:pPr>
              <a:defRPr sz="2200"/>
            </a:pPr>
            <a:r>
              <a:t>対象は金属部品の表面傷である。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実験と評価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テスト画像1000枚で正解率98.1%を確認した。</a:t>
            </a:r>
          </a:p>
          <a:p>
            <a:pPr>
              <a:defRPr sz="2200"/>
            </a:pPr>
            <a:r>
              <a:t>照明条件が暗い場合は再現率が低下した。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