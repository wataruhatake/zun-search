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青空商事 RAG導入検討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2026年6月の検討資料。実装はまだ行っていない。</a:t>
            </a:r>
          </a:p>
          <a:p>
            <a:pPr>
              <a:defRPr sz="2200"/>
            </a:pPr>
            <a:r>
              <a:t>目的は社内文書を自然文で検索すること。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検討する構成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FAISSと全文検索の組み合わせを候補にする。</a:t>
            </a:r>
          </a:p>
          <a:p>
            <a:pPr>
              <a:defRPr sz="2200"/>
            </a:pPr>
            <a:r>
              <a:t>セキュリティ上の理由からローカルLLMを検討する。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